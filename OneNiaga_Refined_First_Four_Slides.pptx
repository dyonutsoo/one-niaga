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42f5e898364f99" /><Relationship Type="http://schemas.openxmlformats.org/officeDocument/2006/relationships/extended-properties" Target="/docProps/app.xml" Id="R14423ff963a44716" /><Relationship Type="http://schemas.openxmlformats.org/officeDocument/2006/relationships/officeDocument" Target="/ppt/presentation.xml" Id="Rd90dde1c1b1d4b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b72ae64757432e"/>
  </p:sldMasterIdLst>
  <p:notesMasterIdLst>
    <p:notesMasterId xmlns:r="http://schemas.openxmlformats.org/officeDocument/2006/relationships" r:id="R336f388a9f734ca4"/>
  </p:notesMasterIdLst>
  <p:sldIdLst>
    <p:sldId xmlns:r="http://schemas.openxmlformats.org/officeDocument/2006/relationships" id="256" r:id="Re7a1f8c8e7544ccf"/>
    <p:sldId xmlns:r="http://schemas.openxmlformats.org/officeDocument/2006/relationships" id="257" r:id="Rc8481d7c05eb4f86"/>
    <p:sldId xmlns:r="http://schemas.openxmlformats.org/officeDocument/2006/relationships" id="258" r:id="R35490ccda2df4e83"/>
    <p:sldId xmlns:r="http://schemas.openxmlformats.org/officeDocument/2006/relationships" id="259" r:id="R97ee121ab98e46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e6714d969a4009" /><Relationship Type="http://schemas.openxmlformats.org/officeDocument/2006/relationships/slideMaster" Target="/ppt/slideMasters/slideMaster1.xml" Id="Rc0b72ae64757432e" /><Relationship Type="http://schemas.openxmlformats.org/officeDocument/2006/relationships/notesMaster" Target="/ppt/notesMasters/notesMaster1.xml" Id="R336f388a9f734ca4" /><Relationship Type="http://schemas.openxmlformats.org/officeDocument/2006/relationships/presProps" Target="/ppt/presProps.xml" Id="R3814dae5c734445c" /><Relationship Type="http://schemas.openxmlformats.org/officeDocument/2006/relationships/tableStyles" Target="/ppt/tableStyles.xml" Id="R988405cc51614f3a" /><Relationship Type="http://schemas.openxmlformats.org/officeDocument/2006/relationships/slide" Target="/ppt/slides/slide1.xml" Id="Re7a1f8c8e7544ccf" /><Relationship Type="http://schemas.openxmlformats.org/officeDocument/2006/relationships/slide" Target="/ppt/slides/slide2.xml" Id="Rc8481d7c05eb4f86" /><Relationship Type="http://schemas.openxmlformats.org/officeDocument/2006/relationships/slide" Target="/ppt/slides/slide3.xml" Id="R35490ccda2df4e83" /><Relationship Type="http://schemas.openxmlformats.org/officeDocument/2006/relationships/slide" Target="/ppt/slides/slide4.xml" Id="R97ee121ab98e46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900009831c45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0a1cca0f7141a2" /><Relationship Type="http://schemas.openxmlformats.org/officeDocument/2006/relationships/notesMaster" Target="/ppt/notesMasters/notesMaster1.xml" Id="Rf4e9eb3e8fc944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598141e63b4cfe" /><Relationship Type="http://schemas.openxmlformats.org/officeDocument/2006/relationships/notesMaster" Target="/ppt/notesMasters/notesMaster1.xml" Id="R6762530d589041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18b8e21cf34808" /><Relationship Type="http://schemas.openxmlformats.org/officeDocument/2006/relationships/notesMaster" Target="/ppt/notesMasters/notesMaster1.xml" Id="R819f474932fd4b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73bab9533042f3" /><Relationship Type="http://schemas.openxmlformats.org/officeDocument/2006/relationships/notesMaster" Target="/ppt/notesMasters/notesMaster1.xml" Id="R4f0e6e59c87b41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operational promise. The three marketplace blocks converge into one view—this is the product idea before any feature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OneNiaga pitch deck and design reference.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problem is not that sellers lack tools; it is that every platform holds a separate version of the same product. The buyer experiment is directional evidence only (n=9), not a market-wide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Buyer experiment results supplied in the user-provided OneNiaga pitch deck (n=9 general shoppers).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technology story is deliberately simple: connectivity is the foundation, automation reduces repetitive work, analysis creates one business view, and advice ranks the next action. Be explicit that MVP publishing remains seller-confirmed because marketplace write access is restricted. Full API sync is Phase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workflow and technical scope supplied in the user-provided OneNiaga pitch deck; seller interview insight attributed there to Jessie, ERP operator.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only two screens. Start with Overview: the seller sees urgent work without opening three seller centres. Then move to Advise: OneNiaga turns the same data into a ranked recommendation. Connections and business data are simulated; AI responses are generated live, not scripted.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Prototype screenshots extracted from the user-provided OneNiaga pitch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2bfafae5b4b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7a9f9458874971" /><Relationship Type="http://schemas.openxmlformats.org/officeDocument/2006/relationships/slideLayout" Target="/ppt/slideLayouts/slideLayout1.xml" Id="R6a64b04fb1e742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64b04fb1e742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e06b01a444996" /><Relationship Type="http://schemas.openxmlformats.org/officeDocument/2006/relationships/notesSlide" Target="/ppt/notesSlides/notesSlide1.xml" Id="Rce88e62a37ae42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6bfc84758458f" /><Relationship Type="http://schemas.openxmlformats.org/officeDocument/2006/relationships/notesSlide" Target="/ppt/notesSlides/notesSlide2.xml" Id="R05a0b5bb575a4e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35ae4f318426c" /><Relationship Type="http://schemas.openxmlformats.org/officeDocument/2006/relationships/notesSlide" Target="/ppt/notesSlides/notesSlide3.xml" Id="R42fa2b2497fe4a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f479f8e814189" /><Relationship Type="http://schemas.openxmlformats.org/officeDocument/2006/relationships/image" Target="/ppt/media/image.png" Id="R361d34f767504dd2" /><Relationship Type="http://schemas.openxmlformats.org/officeDocument/2006/relationships/image" Target="/ppt/media/image2.png" Id="R839d38b9c0c349bb" /><Relationship Type="http://schemas.openxmlformats.org/officeDocument/2006/relationships/notesSlide" Target="/ppt/notesSlides/notesSlide4.xml" Id="Rb1182861e4464d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6286E-6E3F-495C-A362-6AEA1901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E5E"/>
                </a:solidFill>
              </a:defRPr>
            </a:pPr>
            <a:r>
              <a:rPr sz="975" b="1">
                <a:solidFill>
                  <a:srgbClr val="5E5E5E"/>
                </a:solidFill>
              </a:rPr>
              <a:t>ONENIAGA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17243-680E-4F32-AE28-FD44301B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One business.</a:t>
            </a:r>
          </a:p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One dashboard.</a:t>
            </a:r>
          </a:p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Every platform.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4521C-07CE-4FA9-855E-9B2E1639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542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5E5E"/>
                </a:solidFill>
              </a:defRPr>
            </a:pPr>
            <a:r>
              <a:rPr sz="1650" b="0">
                <a:solidFill>
                  <a:srgbClr val="5E5E5E"/>
                </a:solidFill>
              </a:rPr>
              <a:t>OneNiaga gives Malaysian multi-platform sellers one clear place to manage what matters today.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ACCEC-B2AD-4453-A7C1-6F3A41DC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19200"/>
            <a:ext cx="29527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4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C5527-E993-4B1F-AE74-6CD0BA0D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29527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E314B-227D-457E-9009-8A10FBAB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29527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1EE"/>
          </a:solidFill>
          <a:ln xmlns:a="http://schemas.openxmlformats.org/drawingml/2006/main" w="9525">
            <a:solidFill>
              <a:srgbClr val="D8D3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32D26-2E8E-47D4-8735-C6D530A2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SHOPEE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97C05-0249-47F4-8C39-BA344CF4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TIKTOK SHOP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21001-AD06-4472-BD00-9BA83FB0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67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LAZADA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27C77-978E-43E4-992F-E14E77E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386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9480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AB4D3-95BC-44E9-B922-38D00BFE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149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9480D"/>
                </a:solidFill>
              </a:defRPr>
            </a:pPr>
            <a:r>
              <a:rPr sz="2025" b="1">
                <a:solidFill>
                  <a:srgbClr val="E9480D"/>
                </a:solidFill>
              </a:rPr>
              <a:t>ONE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06830-2DB0-49B3-93D8-E71CF903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Tan Qian Hui · Cheong Jiahui · Laila Suhaila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C3962-2744-4BD2-9BF7-0248D152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5E5E"/>
                </a:solidFill>
              </a:defRPr>
            </a:pPr>
            <a:r>
              <a:rPr sz="825" b="0">
                <a:solidFill>
                  <a:srgbClr val="5E5E5E"/>
                </a:solidFill>
              </a:rPr>
              <a:t>AI for Tech Venture · Investor Demo Day</a:t>
            </a:r>
          </a:p>
        </p:txBody>
      </p:sp>
    </p:spTree>
    <p:extLst>
      <p:ext uri="{BB962C8B-B14F-4D97-AF65-F5344CB8AC3E}">
        <p14:creationId xmlns:p14="http://schemas.microsoft.com/office/powerpoint/2010/main" val="995093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7B118B-160E-4940-B119-6C90BCFE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381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5E5E"/>
                </a:solidFill>
              </a:defRPr>
            </a:pPr>
            <a:r>
              <a:rPr sz="1050" b="1">
                <a:solidFill>
                  <a:srgbClr val="5E5E5E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2C5E0-B5EC-4778-8A9C-298D7CB4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E5E"/>
                </a:solidFill>
              </a:defRPr>
            </a:pPr>
            <a:r>
              <a:rPr sz="975" b="1">
                <a:solidFill>
                  <a:srgbClr val="5E5E5E"/>
                </a:solidFill>
              </a:rPr>
              <a:t>OPPORTUNITY &amp;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7B7DB-672D-42A2-9D9C-9419C034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One product becomes three sources of truth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305E2-7E18-4D16-895D-5F48C5BD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2ED83-CB2D-4D08-8543-21477871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47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480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ACA8F-305C-4C94-8D24-A76594CF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095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3F1EE"/>
          </a:solidFill>
          <a:ln xmlns:a="http://schemas.openxmlformats.org/drawingml/2006/main" w="9525">
            <a:solidFill>
              <a:srgbClr val="D8D3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44943-CAE4-4215-8D6B-D3DE7586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480D"/>
                </a:solidFill>
              </a:defRPr>
            </a:pPr>
            <a:r>
              <a:rPr sz="900" b="1">
                <a:solidFill>
                  <a:srgbClr val="E9480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BADEC-9791-4CB2-9A53-A66BD132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ONE 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51D22-BBC4-41CA-A81E-B46D1B0B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5E5E"/>
                </a:solidFill>
              </a:defRPr>
            </a:pPr>
            <a:r>
              <a:rPr sz="900" b="0">
                <a:solidFill>
                  <a:srgbClr val="5E5E5E"/>
                </a:solidFill>
              </a:rPr>
              <a:t>Same item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68046-3D16-4DCF-91E7-FD59C86D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47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480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35A37-7DD7-44F7-9544-00DD35E2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2095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32928-D158-403F-8945-A7473DCC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336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480D"/>
                </a:solidFill>
              </a:defRPr>
            </a:pPr>
            <a:r>
              <a:rPr sz="900" b="1">
                <a:solidFill>
                  <a:srgbClr val="E9480D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13308-A5A3-498E-A210-67997575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574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 SELLER CENTRES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78111-D89D-4910-870D-6C616DE8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7D7D7"/>
                </a:solidFill>
              </a:defRPr>
            </a:pPr>
            <a:r>
              <a:rPr sz="900" b="0">
                <a:solidFill>
                  <a:srgbClr val="D7D7D7"/>
                </a:solidFill>
              </a:rPr>
              <a:t>Shopee · Lazada · TikTok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1EE1E-C422-4554-8464-0984EFDB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47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480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EE48F-D080-43ED-8C9B-DE4638BB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2095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3F1EE"/>
          </a:solidFill>
          <a:ln xmlns:a="http://schemas.openxmlformats.org/drawingml/2006/main" w="9525">
            <a:solidFill>
              <a:srgbClr val="D8D3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2BF94-00AE-4B74-B11D-07A63A26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480D"/>
                </a:solidFill>
              </a:defRPr>
            </a:pPr>
            <a:r>
              <a:rPr sz="900" b="1">
                <a:solidFill>
                  <a:srgbClr val="E9480D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D69845-0DA9-4429-AF9F-692923D4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574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MANUAL UPDATES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737E1-BCEC-4E4F-B7C3-646EFD6F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5E5E"/>
                </a:solidFill>
              </a:defRPr>
            </a:pPr>
            <a:r>
              <a:rPr sz="900" b="0">
                <a:solidFill>
                  <a:srgbClr val="5E5E5E"/>
                </a:solidFill>
              </a:rPr>
              <a:t>Stock · orders · listings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93F07-D5C4-4B4E-9379-3298BCE8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71700"/>
            <a:ext cx="2095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94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14C9BF-154C-4585-84C4-F663F6B7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336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3A40F-6372-4A41-8810-3763F948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574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NUMBERS DRIFT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936441-4A2B-4974-A60C-572DDFAD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Stockouts · missed orders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E05816-DD8C-403F-B7CF-3D8B904E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Sellers spend their time reconciling—buyers experience the mistake.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153CB8-BFE3-4BB5-98A1-4C80DEB5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3048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330A3F-CB91-4C83-B549-B138FE43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5/9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2E290-E0E3-443E-BC90-F8841588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9582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thought identical listings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looked like different products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875857-E0E1-4131-B6C7-CED76F7B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14850"/>
            <a:ext cx="3048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94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84A67A-B26A-4810-AE6D-887B4622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053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9/9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078C41-9EC4-49B0-B162-39AF5C69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9582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would hesitate or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abandon the purchase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FB1EA2-3817-44AF-94AC-B7E5A4D2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529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480D"/>
                </a:solidFill>
              </a:defRPr>
            </a:pPr>
            <a:r>
              <a:rPr sz="975" b="1">
                <a:solidFill>
                  <a:srgbClr val="E9480D"/>
                </a:solidFill>
              </a:rPr>
              <a:t>THE OPPORTUNITY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B9E938-971E-4FBB-A39E-ED5F2645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Replace four manual steps</a:t>
            </a:r>
          </a:p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with one trusted number.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454321-F4BB-4428-A508-AC1ED1C8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5E5E"/>
                </a:solidFill>
              </a:defRPr>
            </a:pPr>
            <a:r>
              <a:rPr sz="750" b="0">
                <a:solidFill>
                  <a:srgbClr val="5E5E5E"/>
                </a:solidFill>
              </a:rPr>
              <a:t>OneNiaga · SAIA2183 Investor Demo Day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A9E94C-69E0-4163-8F1E-9B913A6E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5E5E"/>
                </a:solidFill>
              </a:defRPr>
            </a:pPr>
            <a:r>
              <a:rPr sz="750" b="1">
                <a:solidFill>
                  <a:srgbClr val="5E5E5E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791694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36338D-5999-41E7-8955-653F7FB0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381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5E5E"/>
                </a:solidFill>
              </a:defRPr>
            </a:pPr>
            <a:r>
              <a:rPr sz="1050" b="1">
                <a:solidFill>
                  <a:srgbClr val="5E5E5E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81C27-D379-4E95-917D-E8451A3F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E5E"/>
                </a:solidFill>
              </a:defRPr>
            </a:pPr>
            <a:r>
              <a:rPr sz="975" b="1">
                <a:solidFill>
                  <a:srgbClr val="5E5E5E"/>
                </a:solidFill>
              </a:rPr>
              <a:t>SOLUTION &amp;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8E29C-FFCE-49A7-8506-6A5EBE20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One workflow turns scattered data into a next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68820-85F7-48DA-B084-95B9DE34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E33B9-E7F9-4F4F-B56C-B8676EEE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860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63055-C99B-4B4F-893C-AEBABF4C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"/>
            <a:ext cx="226695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29CFC-F9E4-4454-A83A-2A2075F0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480D"/>
                </a:solidFill>
              </a:defRPr>
            </a:pPr>
            <a:r>
              <a:rPr sz="900" b="1">
                <a:solidFill>
                  <a:srgbClr val="E9480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D7311-E106-4318-9E89-24207E2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CONNECT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42959-02FE-4748-9EB7-8C55A325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57525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7D7D7"/>
                </a:solidFill>
              </a:defRPr>
            </a:pPr>
            <a:r>
              <a:rPr sz="1050" b="0">
                <a:solidFill>
                  <a:srgbClr val="D7D7D7"/>
                </a:solidFill>
              </a:rPr>
              <a:t>Link every sales channel once.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15129-CBEA-4B0C-8AB0-745E00B9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860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4A3A0-B2C3-4EE6-9899-985542C0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28825"/>
            <a:ext cx="226695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3F1EE"/>
          </a:solidFill>
          <a:ln xmlns:a="http://schemas.openxmlformats.org/drawingml/2006/main" w="9525">
            <a:solidFill>
              <a:srgbClr val="D8D3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273A8-A6F5-4727-BDCC-D4145DD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09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480D"/>
                </a:solidFill>
              </a:defRPr>
            </a:pPr>
            <a:r>
              <a:rPr sz="900" b="1">
                <a:solidFill>
                  <a:srgbClr val="E9480D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1B8AB-0CF3-4473-849E-F10B5AE7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336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AUTOMATE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5EFFD-E3B8-441E-AA26-2AAF3B90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57525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5E5E"/>
                </a:solidFill>
              </a:defRPr>
            </a:pPr>
            <a:r>
              <a:rPr sz="1050" b="0">
                <a:solidFill>
                  <a:srgbClr val="5E5E5E"/>
                </a:solidFill>
              </a:rPr>
              <a:t>Update listings with seller confirmation.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29B00-CE21-47DB-9BE7-10A79BD6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860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7DCF1-0571-4EFC-B1B1-127CB78E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28825"/>
            <a:ext cx="226695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3F1EE"/>
          </a:solidFill>
          <a:ln xmlns:a="http://schemas.openxmlformats.org/drawingml/2006/main" w="9525">
            <a:solidFill>
              <a:srgbClr val="D8D3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D332A-C4A8-4415-9ADE-B2426304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480D"/>
                </a:solidFill>
              </a:defRPr>
            </a:pPr>
            <a:r>
              <a:rPr sz="900" b="1">
                <a:solidFill>
                  <a:srgbClr val="E9480D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AE11F-F230-4ED6-96F8-FB697AFC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336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ANALYZE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16A82-39DA-41EF-A2A7-CC457AF2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57525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5E5E"/>
                </a:solidFill>
              </a:defRPr>
            </a:pPr>
            <a:r>
              <a:rPr sz="1050" b="0">
                <a:solidFill>
                  <a:srgbClr val="5E5E5E"/>
                </a:solidFill>
              </a:rPr>
              <a:t>See sales, stock and orders together.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EC210-E465-41DF-BF59-511B90E8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28825"/>
            <a:ext cx="226695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94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9AFFC-2620-4CA7-BA5C-7AB82EAE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FEDAD-210B-42BE-9111-3AAB88AF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ADVISE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ACD997-60BC-4C0F-9384-CC29FF55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57525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Act on the highest-priority issue first.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906555-A565-42B8-878F-F6E99D96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71950"/>
            <a:ext cx="86106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F8A5C9-6FBB-47FA-B832-7AE3EE1E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910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480D"/>
                </a:solidFill>
              </a:defRPr>
            </a:pPr>
            <a:r>
              <a:rPr sz="975" b="1">
                <a:solidFill>
                  <a:srgbClr val="E9480D"/>
                </a:solidFill>
              </a:rPr>
              <a:t>TODAY'S RANKED 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63AE7C-8659-4476-AFD8-5F507BEA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053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Restock Matcha Clay Mask within 2 days.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6E9DF4-B9F4-4F8E-A123-7BB7524C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38650"/>
            <a:ext cx="13144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4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EF82BC-2D70-4379-8BC9-AB5F85A6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815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ACT NOW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F24559-72F0-40BC-A66D-6DC42EF7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292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5E5E"/>
                </a:solidFill>
              </a:defRPr>
            </a:pPr>
            <a:r>
              <a:rPr sz="1050" b="0">
                <a:solidFill>
                  <a:srgbClr val="5E5E5E"/>
                </a:solidFill>
              </a:rPr>
              <a:t>MVP scope: seller-confirmed publishing today · full API sync after platform 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5C6B62-9150-4777-870E-0A61C108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5E5E"/>
                </a:solidFill>
              </a:defRPr>
            </a:pPr>
            <a:r>
              <a:rPr sz="750" b="0">
                <a:solidFill>
                  <a:srgbClr val="5E5E5E"/>
                </a:solidFill>
              </a:rPr>
              <a:t>OneNiaga · SAIA2183 Investor Demo Day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61359E-C75D-4D07-9E3F-C5B47485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5E5E"/>
                </a:solidFill>
              </a:defRPr>
            </a:pPr>
            <a:r>
              <a:rPr sz="750" b="1">
                <a:solidFill>
                  <a:srgbClr val="5E5E5E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03438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06F123-976A-4144-B940-078B5760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381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5E5E"/>
                </a:solidFill>
              </a:defRPr>
            </a:pPr>
            <a:r>
              <a:rPr sz="1050" b="1">
                <a:solidFill>
                  <a:srgbClr val="5E5E5E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05387-E9B9-4437-84CB-59A68F20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5E5E"/>
                </a:solidFill>
              </a:defRPr>
            </a:pPr>
            <a:r>
              <a:rPr sz="975" b="1">
                <a:solidFill>
                  <a:srgbClr val="5E5E5E"/>
                </a:solidFill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39206-E186-456C-B0E5-73068022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prototype makes the morning decision obvious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5B657-91F0-4E2A-AFB1-7467AA55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65E7D-FE48-4C8B-ACB2-58831DB8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21970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3F1EE"/>
          </a:solidFill>
          <a:ln xmlns:a="http://schemas.openxmlformats.org/drawingml/2006/main" w="9525">
            <a:solidFill>
              <a:srgbClr val="D8D3CE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d34f767504dd2"/>
          <a:stretch xmlns:a="http://schemas.openxmlformats.org/drawingml/2006/main"/>
        </p:blipFill>
        <p:spPr>
          <a:xfrm xmlns:a="http://schemas.openxmlformats.org/drawingml/2006/main">
            <a:off x="838200" y="2106622"/>
            <a:ext cx="4914900" cy="2511406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5ECCF-4908-48C8-9AC7-D09420E3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21970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d38b9c0c349bb"/>
          <a:stretch xmlns:a="http://schemas.openxmlformats.org/drawingml/2006/main"/>
        </p:blipFill>
        <p:spPr>
          <a:xfrm xmlns:a="http://schemas.openxmlformats.org/drawingml/2006/main">
            <a:off x="6458025" y="2105025"/>
            <a:ext cx="4876651" cy="25146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5E15F-F030-4E1B-A9E5-49F3FAC5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480D"/>
                </a:solidFill>
              </a:defRPr>
            </a:pPr>
            <a:r>
              <a:rPr sz="1050" b="1">
                <a:solidFill>
                  <a:srgbClr val="E9480D"/>
                </a:solidFill>
              </a:rPr>
              <a:t>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65108-7479-4F9C-8C26-1C4C016A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What needs attention today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FD84C-5DEF-4B1C-A8C1-CA278B93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911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480D"/>
                </a:solidFill>
              </a:defRPr>
            </a:pPr>
            <a:r>
              <a:rPr sz="1050" b="1">
                <a:solidFill>
                  <a:srgbClr val="E9480D"/>
                </a:solidFill>
              </a:rPr>
              <a:t>ADVISE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F391E-BF40-4B1D-8B56-6D865A0D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19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What the seller should do 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07016-6156-4338-8767-40D72ACE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0FBF0-52DB-4628-9290-3A0C715C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5E5E"/>
                </a:solidFill>
              </a:defRPr>
            </a:pPr>
            <a:r>
              <a:rPr sz="900" b="1">
                <a:solidFill>
                  <a:srgbClr val="5E5E5E"/>
                </a:solidFill>
              </a:rPr>
              <a:t>CONNECT ONCE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63BC9-CA97-4063-A264-8FCB70E7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9817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5E5E"/>
                </a:solidFill>
              </a:defRPr>
            </a:pPr>
            <a:r>
              <a:rPr sz="900" b="1">
                <a:solidFill>
                  <a:srgbClr val="5E5E5E"/>
                </a:solidFill>
              </a:rPr>
              <a:t>SEE ONE BUSINESS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A579E-085C-44EE-B8AC-3E612F9E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981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5E5E"/>
                </a:solidFill>
              </a:defRPr>
            </a:pPr>
            <a:r>
              <a:rPr sz="900" b="1">
                <a:solidFill>
                  <a:srgbClr val="5E5E5E"/>
                </a:solidFill>
              </a:rPr>
              <a:t>ACT WITH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5A05C-0508-468F-8DD6-42A37462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86450"/>
            <a:ext cx="1905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948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92307-40CC-456F-8228-2727BA8B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981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LIVE PROTOTYPE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85B49-6712-4221-B5E9-4AC0A31C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5E5E"/>
                </a:solidFill>
              </a:defRPr>
            </a:pPr>
            <a:r>
              <a:rPr sz="750" b="0">
                <a:solidFill>
                  <a:srgbClr val="5E5E5E"/>
                </a:solidFill>
              </a:rPr>
              <a:t>OneNiaga · SAIA2183 Investor Demo Day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5018D-BE9E-41F0-B6C6-F14592E5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5E5E"/>
                </a:solidFill>
              </a:defRPr>
            </a:pPr>
            <a:r>
              <a:rPr sz="750" b="1">
                <a:solidFill>
                  <a:srgbClr val="5E5E5E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29544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2026-09-09T00:35:46.9890000Z</dcterms:created>
  <dcterms:modified xsi:type="dcterms:W3CDTF">2026-09-09T00:35:46.9890000Z</dcterms:modified>
</coreProperties>
</file>